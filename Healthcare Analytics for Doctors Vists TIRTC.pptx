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0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67" y="79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ipti1020/healthcare-analytics-for-doctor-vis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60320" y="3894012"/>
            <a:ext cx="7240569" cy="1516188"/>
          </a:xfrm>
        </p:spPr>
        <p:txBody>
          <a:bodyPr>
            <a:normAutofit/>
          </a:bodyPr>
          <a:lstStyle/>
          <a:p>
            <a:pPr algn="r"/>
            <a:r>
              <a:rPr lang="en-US" sz="2800" b="0" dirty="0">
                <a:solidFill>
                  <a:schemeClr val="tx1"/>
                </a:solidFill>
              </a:rPr>
              <a:t>TRIPTI</a:t>
            </a:r>
          </a:p>
          <a:p>
            <a:pPr algn="r"/>
            <a:r>
              <a:rPr lang="en-US" sz="2800" b="0" dirty="0">
                <a:solidFill>
                  <a:schemeClr val="tx1"/>
                </a:solidFill>
              </a:rPr>
              <a:t>AICTE ID: </a:t>
            </a:r>
            <a:r>
              <a:rPr lang="en-IN" sz="2800" b="0" dirty="0">
                <a:solidFill>
                  <a:schemeClr val="tx1"/>
                </a:solidFill>
              </a:rPr>
              <a:t>STU682da7bfce37f1747822527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2050"/>
            <a:ext cx="971296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–Healthcare Analytics for Doctor Visits 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5776" y="1418449"/>
            <a:ext cx="7241082" cy="50534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800" dirty="0"/>
              <a:t>Healthcare data contains valuable information about patients, including their </a:t>
            </a:r>
            <a:r>
              <a:rPr lang="en-IN" sz="2800" b="1" dirty="0"/>
              <a:t>illness, hospital visits, income, gender, insurance coverage, and activity limitations</a:t>
            </a:r>
            <a:r>
              <a:rPr lang="en-IN" sz="2800" dirty="0"/>
              <a:t>. However, it can be difficult to identify meaningful patterns from raw data.</a:t>
            </a:r>
          </a:p>
          <a:p>
            <a:pPr marL="0" indent="0">
              <a:buNone/>
            </a:pPr>
            <a:r>
              <a:rPr lang="en-IN" sz="2800" dirty="0"/>
              <a:t>This project focuses on analysing healthcare data to understand:</a:t>
            </a:r>
          </a:p>
          <a:p>
            <a:pPr lvl="0"/>
            <a:r>
              <a:rPr lang="en-IN" sz="2800" dirty="0"/>
              <a:t>Factors related to </a:t>
            </a:r>
            <a:r>
              <a:rPr lang="en-IN" sz="2800" b="1" dirty="0"/>
              <a:t>hospital visits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The relationship between </a:t>
            </a:r>
            <a:r>
              <a:rPr lang="en-IN" sz="2800" b="1" dirty="0"/>
              <a:t>income and healthcare utilization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Differences in illness impact across </a:t>
            </a:r>
            <a:r>
              <a:rPr lang="en-IN" sz="2800" b="1" dirty="0"/>
              <a:t>male and female patients</a:t>
            </a:r>
            <a:r>
              <a:rPr lang="en-IN" sz="2800" dirty="0"/>
              <a:t> </a:t>
            </a:r>
          </a:p>
          <a:p>
            <a:pPr lvl="0"/>
            <a:r>
              <a:rPr lang="en-IN" sz="2800" b="1" dirty="0"/>
              <a:t>Government and private health insurance</a:t>
            </a:r>
            <a:r>
              <a:rPr lang="en-IN" sz="2800" dirty="0"/>
              <a:t> coverage </a:t>
            </a:r>
          </a:p>
          <a:p>
            <a:pPr lvl="0"/>
            <a:r>
              <a:rPr lang="en-IN" sz="2800" dirty="0"/>
              <a:t>The effect of illness on </a:t>
            </a:r>
            <a:r>
              <a:rPr lang="en-IN" sz="2800" b="1" dirty="0"/>
              <a:t>daily activities</a:t>
            </a:r>
            <a:endParaRPr lang="en-IN" sz="28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6E4A4-F06E-3695-6DFA-B6D5134E3602}"/>
              </a:ext>
            </a:extLst>
          </p:cNvPr>
          <p:cNvSpPr txBox="1"/>
          <p:nvPr/>
        </p:nvSpPr>
        <p:spPr>
          <a:xfrm>
            <a:off x="958761" y="1896057"/>
            <a:ext cx="71859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b="1" dirty="0"/>
              <a:t>Healthcare Analytics – Analysis of Doctor Visits</a:t>
            </a:r>
            <a:r>
              <a:rPr lang="en-IN" dirty="0"/>
              <a:t> is a data analysis project that explores patient health and healthcare utilization patterns.</a:t>
            </a:r>
          </a:p>
          <a:p>
            <a:endParaRPr lang="en-IN" dirty="0"/>
          </a:p>
          <a:p>
            <a:r>
              <a:rPr lang="en-IN" dirty="0"/>
              <a:t>The project uses </a:t>
            </a:r>
            <a:r>
              <a:rPr lang="en-IN" b="1" dirty="0"/>
              <a:t>Exploratory Data Analysis (EDA), statistical analysis, and data visualization</a:t>
            </a:r>
            <a:r>
              <a:rPr lang="en-IN" dirty="0"/>
              <a:t> to study patient demographics, income, illness, hospital visits, insurance coverage, and reduced activity due to illness.</a:t>
            </a:r>
          </a:p>
          <a:p>
            <a:endParaRPr lang="en-IN" dirty="0"/>
          </a:p>
          <a:p>
            <a:r>
              <a:rPr lang="en-IN" dirty="0"/>
              <a:t>The analysis helps transform healthcare data into </a:t>
            </a:r>
            <a:r>
              <a:rPr lang="en-IN" b="1" dirty="0"/>
              <a:t>meaningful insights that can support better understanding and planning of healthcare services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79258"/>
            <a:ext cx="7866460" cy="470361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sz="3600" b="1" dirty="0"/>
              <a:t>Healthcare Providers</a:t>
            </a:r>
            <a:r>
              <a:rPr lang="en-IN" sz="3600" dirty="0"/>
              <a:t> – To understand patient visit patterns and illness-related activity limitations. </a:t>
            </a:r>
          </a:p>
          <a:p>
            <a:pPr lvl="0"/>
            <a:r>
              <a:rPr lang="en-IN" sz="3600" b="1" dirty="0"/>
              <a:t>Hospitals &amp; Healthcare Administrators</a:t>
            </a:r>
            <a:r>
              <a:rPr lang="en-IN" sz="3600" dirty="0"/>
              <a:t> – To analyse patient demographics and healthcare utilization. </a:t>
            </a:r>
          </a:p>
          <a:p>
            <a:pPr lvl="0"/>
            <a:r>
              <a:rPr lang="en-IN" sz="3600" b="1" dirty="0"/>
              <a:t>Health Insurance Organizations</a:t>
            </a:r>
            <a:r>
              <a:rPr lang="en-IN" sz="3600" dirty="0"/>
              <a:t> – To understand insurance coverage patterns. </a:t>
            </a:r>
          </a:p>
          <a:p>
            <a:pPr lvl="0"/>
            <a:r>
              <a:rPr lang="en-IN" sz="3600" b="1" dirty="0"/>
              <a:t>Government Health Departments</a:t>
            </a:r>
            <a:r>
              <a:rPr lang="en-IN" sz="3600" dirty="0"/>
              <a:t> – To study healthcare coverage among low-income and elderly populations. </a:t>
            </a:r>
          </a:p>
          <a:p>
            <a:pPr lvl="0"/>
            <a:r>
              <a:rPr lang="en-IN" sz="3600" b="1" dirty="0"/>
              <a:t>Healthcare Data Analysts</a:t>
            </a:r>
            <a:r>
              <a:rPr lang="en-IN" sz="3600" dirty="0"/>
              <a:t> – To identify relationships between income, illness, insurance, and hospital visits. </a:t>
            </a:r>
          </a:p>
          <a:p>
            <a:pPr marL="0" indent="0">
              <a:buNone/>
            </a:pPr>
            <a:r>
              <a:rPr lang="en-IN" sz="3600" b="1" dirty="0"/>
              <a:t>Overall Goal:</a:t>
            </a:r>
            <a:r>
              <a:rPr lang="en-IN" sz="3600" dirty="0"/>
              <a:t> Support </a:t>
            </a:r>
            <a:r>
              <a:rPr lang="en-IN" sz="3600" b="1" dirty="0"/>
              <a:t>data-driven healthcare planning and decision-making</a:t>
            </a:r>
            <a:r>
              <a:rPr lang="en-IN" sz="3600" dirty="0"/>
              <a:t>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dirty="0"/>
              <a:t>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FC2D3-5C56-14C9-4D62-D87B34D63AEF}"/>
              </a:ext>
            </a:extLst>
          </p:cNvPr>
          <p:cNvSpPr txBox="1"/>
          <p:nvPr/>
        </p:nvSpPr>
        <p:spPr>
          <a:xfrm>
            <a:off x="1778000" y="1659161"/>
            <a:ext cx="70458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Programming &amp; Analysis</a:t>
            </a:r>
            <a:endParaRPr lang="en-IN" dirty="0"/>
          </a:p>
          <a:p>
            <a:pPr lvl="0"/>
            <a:r>
              <a:rPr lang="en-IN" b="1" dirty="0"/>
              <a:t>Python</a:t>
            </a:r>
            <a:r>
              <a:rPr lang="en-IN" dirty="0"/>
              <a:t> – Data processing and analysis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manipulation and analysis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calculations </a:t>
            </a:r>
          </a:p>
          <a:p>
            <a:pPr lvl="0"/>
            <a:endParaRPr lang="en-IN" dirty="0"/>
          </a:p>
          <a:p>
            <a:r>
              <a:rPr lang="en-IN" b="1" dirty="0"/>
              <a:t>Visualization</a:t>
            </a:r>
            <a:endParaRPr lang="en-IN" dirty="0"/>
          </a:p>
          <a:p>
            <a:pPr lvl="0"/>
            <a:r>
              <a:rPr lang="en-IN" b="1" dirty="0"/>
              <a:t>Matplotlib</a:t>
            </a:r>
            <a:r>
              <a:rPr lang="en-IN" dirty="0"/>
              <a:t> – Creating charts and graphs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data visualization </a:t>
            </a:r>
          </a:p>
          <a:p>
            <a:pPr lvl="0"/>
            <a:endParaRPr lang="en-IN" dirty="0"/>
          </a:p>
          <a:p>
            <a:r>
              <a:rPr lang="en-IN" b="1" dirty="0"/>
              <a:t>Development Environment</a:t>
            </a:r>
            <a:endParaRPr lang="en-IN" dirty="0"/>
          </a:p>
          <a:p>
            <a:pPr lvl="0"/>
            <a:r>
              <a:rPr lang="en-IN" b="1" dirty="0"/>
              <a:t>Jupyter Notebook</a:t>
            </a:r>
            <a:r>
              <a:rPr lang="en-IN" dirty="0"/>
              <a:t> – Project development and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0261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3C5BEF-5B0F-EAA3-3BE8-9D2E1F9B5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33" y="933615"/>
            <a:ext cx="5193898" cy="5009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E175C2-1D5C-DE1A-FBB9-28F1FAEF6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912" y="1028454"/>
            <a:ext cx="5210175" cy="440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4105-63D1-95AB-4170-302DF542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5D6CA3-6652-2253-96E4-7550A8B07C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C6E0980-5801-E82C-AD4E-293CFC74A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0261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AB1EC6F-FA6B-C066-2917-3D178244B2F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53ECAB8-CBA7-91F3-1781-A6FC75E13FB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B79A740-D783-A085-A4B5-DCC1CB8C65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64554-716A-5E95-590D-79CB4FDF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" y="1275371"/>
            <a:ext cx="102679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8BB6-5C02-AE99-E8F5-D2714BAC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D6EDB5-78C7-94D4-B092-6A237C4EC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6CE4102-2176-FBFF-C8A3-91B9BDD0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0261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7A0531D-ACD6-8FED-3DEB-69AD9B5EB1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2457B10-EC3F-1447-AF1D-DDE5DF4DB7D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8F3F52A-EAB1-12A6-6D93-230A9CC21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EFA1D3-3D5C-0235-9319-D3AC650F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022743"/>
            <a:ext cx="8306356" cy="554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54263" y="137923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577</TotalTime>
  <Words>344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</vt:lpstr>
      <vt:lpstr>Project Title –Healthcare Analytics for Doctor Visits TIRTC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tanya batra</cp:lastModifiedBy>
  <cp:revision>77</cp:revision>
  <dcterms:created xsi:type="dcterms:W3CDTF">2021-07-11T13:13:15Z</dcterms:created>
  <dcterms:modified xsi:type="dcterms:W3CDTF">2026-09-30T11:46:25Z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